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ideSize cx="9144000" cy="6858000" type="screen4x3"/>
  <p:notesSize cx="6858000" cy="9144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/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/>
        <p:txBody>
          <a:bodyPr/>
          <a:lstStyle/>
          <a:p>
            <a:r>
              <a:t>JUSTSEARCH_OFFICE_PPTX_MARKER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